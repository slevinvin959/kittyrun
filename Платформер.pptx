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13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261350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26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473373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96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35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999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794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047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493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85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09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81126D3-5079-4F3A-8869-BBA5BFC4B532}" type="datetimeFigureOut">
              <a:rPr lang="ru-RU" smtClean="0"/>
              <a:t>09.03.2026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953A592-328D-4077-B227-4B56501D0CD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7758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EFDEA5-E3A1-42EA-A8B2-0516C0A13A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Платформер</a:t>
            </a:r>
            <a:r>
              <a:rPr lang="ru-RU" dirty="0"/>
              <a:t> </a:t>
            </a:r>
            <a:r>
              <a:rPr lang="en-US" dirty="0"/>
              <a:t>“KITTYRUN”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DC309-18AA-4F73-9277-ACDAE41DF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Барановский Савелий</a:t>
            </a:r>
          </a:p>
        </p:txBody>
      </p:sp>
    </p:spTree>
    <p:extLst>
      <p:ext uri="{BB962C8B-B14F-4D97-AF65-F5344CB8AC3E}">
        <p14:creationId xmlns:p14="http://schemas.microsoft.com/office/powerpoint/2010/main" val="191774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2E863-3DF5-46C0-B5E3-512B96069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19" y="271733"/>
            <a:ext cx="9601200" cy="1485900"/>
          </a:xfrm>
        </p:spPr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11DDCD-EB85-4468-A8C2-76C4989A08F1}"/>
              </a:ext>
            </a:extLst>
          </p:cNvPr>
          <p:cNvSpPr/>
          <p:nvPr/>
        </p:nvSpPr>
        <p:spPr>
          <a:xfrm>
            <a:off x="1105619" y="1083050"/>
            <a:ext cx="463957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rgbClr val="0F1115"/>
                </a:solidFill>
                <a:latin typeface="quote-cjk-patch"/>
              </a:rPr>
              <a:t>Идея проекта</a:t>
            </a:r>
          </a:p>
          <a:p>
            <a:r>
              <a:rPr lang="ru-RU" sz="2200" dirty="0">
                <a:solidFill>
                  <a:srgbClr val="0F1115"/>
                </a:solidFill>
                <a:latin typeface="quote-cjk-patch"/>
              </a:rPr>
              <a:t>Создать 2D-платформер про кота, который ищет миску с молоком. Игра написана на </a:t>
            </a:r>
            <a:r>
              <a:rPr lang="ru-RU" sz="2200" dirty="0" err="1">
                <a:solidFill>
                  <a:srgbClr val="0F1115"/>
                </a:solidFill>
                <a:latin typeface="quote-cjk-patch"/>
              </a:rPr>
              <a:t>Python</a:t>
            </a:r>
            <a:r>
              <a:rPr lang="ru-RU" sz="2200" dirty="0">
                <a:solidFill>
                  <a:srgbClr val="0F1115"/>
                </a:solidFill>
                <a:latin typeface="quote-cjk-patch"/>
              </a:rPr>
              <a:t> с библиотекой </a:t>
            </a:r>
            <a:r>
              <a:rPr lang="ru-RU" sz="2200" dirty="0" err="1">
                <a:solidFill>
                  <a:srgbClr val="0F1115"/>
                </a:solidFill>
                <a:latin typeface="quote-cjk-patch"/>
              </a:rPr>
              <a:t>Arcade</a:t>
            </a:r>
            <a:endParaRPr lang="ru-RU" sz="2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EFFB98-70A8-41CC-95F3-3A03E5DE216F}"/>
              </a:ext>
            </a:extLst>
          </p:cNvPr>
          <p:cNvSpPr/>
          <p:nvPr/>
        </p:nvSpPr>
        <p:spPr>
          <a:xfrm>
            <a:off x="5906219" y="271733"/>
            <a:ext cx="6096000" cy="65248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200" b="1" dirty="0">
                <a:solidFill>
                  <a:srgbClr val="0F1115"/>
                </a:solidFill>
                <a:latin typeface="quote-cjk-patch"/>
              </a:rPr>
              <a:t>Задачи проекта:</a:t>
            </a:r>
          </a:p>
          <a:p>
            <a:r>
              <a:rPr lang="ru-RU" sz="2200" b="1" dirty="0">
                <a:solidFill>
                  <a:srgbClr val="0F1115"/>
                </a:solidFill>
                <a:latin typeface="quote-cjk-patch"/>
              </a:rPr>
              <a:t>1. Образовательные:</a:t>
            </a:r>
            <a:endParaRPr lang="ru-RU" sz="2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Изучение возможностей библиотеки </a:t>
            </a:r>
            <a:r>
              <a:rPr lang="ru-RU" sz="2200" dirty="0" err="1">
                <a:solidFill>
                  <a:srgbClr val="0F1115"/>
                </a:solidFill>
                <a:latin typeface="quote-cjk-patch"/>
              </a:rPr>
              <a:t>Arcade</a:t>
            </a:r>
            <a:endParaRPr lang="ru-RU" sz="2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Применение ООП на практике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Реализация игровой физики (гравитация, прыжки, коллизии)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Создание анимации без готовых спрайтов</a:t>
            </a:r>
          </a:p>
          <a:p>
            <a:r>
              <a:rPr lang="ru-RU" sz="2200" b="1" dirty="0">
                <a:solidFill>
                  <a:srgbClr val="0F1115"/>
                </a:solidFill>
                <a:latin typeface="quote-cjk-patch"/>
              </a:rPr>
              <a:t>2. Технические:</a:t>
            </a:r>
            <a:endParaRPr lang="ru-RU" sz="2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Разработка системы уровней с возрастающей сложностью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Создание плавной камеры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Реализация боевой механики (атака по врагам)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Подсчет статистики (рыбки, убитые птички)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Работа с пользовательским вводом</a:t>
            </a:r>
          </a:p>
          <a:p>
            <a:r>
              <a:rPr lang="ru-RU" sz="2200" b="1" dirty="0">
                <a:solidFill>
                  <a:srgbClr val="0F1115"/>
                </a:solidFill>
                <a:latin typeface="quote-cjk-patch"/>
              </a:rPr>
              <a:t>3. Игровые:</a:t>
            </a:r>
            <a:endParaRPr lang="ru-RU" sz="22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Увлекательный геймплей с тремя уровнями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Сбор бонусов и уничтожение врагов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0F1115"/>
                </a:solidFill>
                <a:latin typeface="quote-cjk-patch"/>
              </a:rPr>
              <a:t>Постепенное усложнение для удержания интереса</a:t>
            </a:r>
            <a:endParaRPr lang="ru-RU" sz="2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4765E7-C4CA-447E-9614-B3B92D549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448" y="3142144"/>
            <a:ext cx="4925744" cy="330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1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B50DC-2F8F-4024-A09B-C0A889F70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155" y="205740"/>
            <a:ext cx="9601200" cy="1485900"/>
          </a:xfrm>
        </p:spPr>
        <p:txBody>
          <a:bodyPr/>
          <a:lstStyle/>
          <a:p>
            <a:r>
              <a:rPr lang="ru-RU" dirty="0"/>
              <a:t>Описание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7EE1C07-0046-4DA0-81A0-ED68A50E1C3F}"/>
              </a:ext>
            </a:extLst>
          </p:cNvPr>
          <p:cNvSpPr/>
          <p:nvPr/>
        </p:nvSpPr>
        <p:spPr>
          <a:xfrm>
            <a:off x="943155" y="948690"/>
            <a:ext cx="1124884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0F1115"/>
                </a:solidFill>
              </a:rPr>
              <a:t>Структура приложения (классы)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0F1115"/>
                </a:solidFill>
              </a:rPr>
              <a:t>1. Игровые объекты:</a:t>
            </a:r>
            <a:endParaRPr lang="ru-RU" altLang="ru-RU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Cat</a:t>
            </a:r>
            <a:r>
              <a:rPr lang="ru-RU" altLang="ru-RU" dirty="0">
                <a:solidFill>
                  <a:srgbClr val="0F1115"/>
                </a:solidFill>
              </a:rPr>
              <a:t> — главный герой (кот). Содержит состояния (бег, прыжок, атака), физику движения, анимацию.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Bird</a:t>
            </a:r>
            <a:r>
              <a:rPr lang="ru-RU" altLang="ru-RU" dirty="0">
                <a:solidFill>
                  <a:srgbClr val="0F1115"/>
                </a:solidFill>
              </a:rPr>
              <a:t> — враги (птички). Летают, меняют направление, имеют анимацию крыльев.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Fish</a:t>
            </a:r>
            <a:r>
              <a:rPr lang="ru-RU" altLang="ru-RU" dirty="0">
                <a:solidFill>
                  <a:srgbClr val="0F1115"/>
                </a:solidFill>
              </a:rPr>
              <a:t> — бонусы (рыбки). Покачиваются на месте, исчезают при сборе.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MilkBowl</a:t>
            </a:r>
            <a:r>
              <a:rPr lang="ru-RU" altLang="ru-RU" dirty="0">
                <a:solidFill>
                  <a:srgbClr val="0F1115"/>
                </a:solidFill>
              </a:rPr>
              <a:t> — цель уровня (миска с молоком). Завершает уровень при касании.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Platform</a:t>
            </a:r>
            <a:r>
              <a:rPr lang="ru-RU" altLang="ru-RU" dirty="0">
                <a:solidFill>
                  <a:srgbClr val="0F1115"/>
                </a:solidFill>
              </a:rPr>
              <a:t> — платформы. Служат опорой для персонажа.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Water</a:t>
            </a:r>
            <a:r>
              <a:rPr lang="ru-RU" altLang="ru-RU" dirty="0">
                <a:solidFill>
                  <a:srgbClr val="0F1115"/>
                </a:solidFill>
              </a:rPr>
              <a:t> — опасность. При касании убивает кота.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solidFill>
                  <a:srgbClr val="0F1115"/>
                </a:solidFill>
              </a:rPr>
              <a:t>2. Управление экранами:</a:t>
            </a:r>
            <a:endParaRPr lang="ru-RU" altLang="ru-RU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StartView</a:t>
            </a:r>
            <a:r>
              <a:rPr lang="ru-RU" altLang="ru-RU" dirty="0">
                <a:solidFill>
                  <a:srgbClr val="0F1115"/>
                </a:solidFill>
              </a:rPr>
              <a:t> — стартовое меню с кнопкой начала игры.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GameView</a:t>
            </a:r>
            <a:r>
              <a:rPr lang="ru-RU" altLang="ru-RU" dirty="0">
                <a:solidFill>
                  <a:srgbClr val="0F1115"/>
                </a:solidFill>
              </a:rPr>
              <a:t> — основной игровой процесс.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dirty="0" err="1">
                <a:solidFill>
                  <a:srgbClr val="0F1115"/>
                </a:solidFill>
              </a:rPr>
              <a:t>GameOverView</a:t>
            </a:r>
            <a:r>
              <a:rPr lang="ru-RU" altLang="ru-RU" dirty="0">
                <a:solidFill>
                  <a:srgbClr val="0F1115"/>
                </a:solidFill>
              </a:rPr>
              <a:t> — финальное окно с результатами.</a:t>
            </a:r>
          </a:p>
          <a:p>
            <a:r>
              <a:rPr lang="ru-RU" b="1" dirty="0"/>
              <a:t>Особенности приложения</a:t>
            </a:r>
          </a:p>
          <a:p>
            <a:r>
              <a:rPr lang="ru-RU" b="1" dirty="0"/>
              <a:t>Рисование примитивами:</a:t>
            </a:r>
            <a:r>
              <a:rPr lang="ru-RU" dirty="0"/>
              <a:t> Все персонажи и объекты нарисованы с помощью геометрических фигур (круги, эллипсы, линии, треугольники), без использования готовых изображений.</a:t>
            </a:r>
          </a:p>
          <a:p>
            <a:r>
              <a:rPr lang="ru-RU" b="1" dirty="0"/>
              <a:t>Анимация:</a:t>
            </a:r>
            <a:r>
              <a:rPr lang="ru-RU" dirty="0"/>
              <a:t> Кот имеет 5 состояний (покой, бег, прыжок, падение, атака) с покадровой анимацией. У птичек двигаются крылья.</a:t>
            </a:r>
          </a:p>
          <a:p>
            <a:r>
              <a:rPr lang="ru-RU" b="1" dirty="0"/>
              <a:t>Физика:</a:t>
            </a:r>
            <a:r>
              <a:rPr lang="ru-RU" dirty="0"/>
              <a:t> Реализована гравитация, прыжки, проверка столкновений с платформами.</a:t>
            </a:r>
          </a:p>
          <a:p>
            <a:r>
              <a:rPr lang="ru-RU" b="1" dirty="0"/>
              <a:t>Камера:</a:t>
            </a:r>
            <a:r>
              <a:rPr lang="ru-RU" dirty="0"/>
              <a:t> Плавно следует за котом, ограничена границами уровня.</a:t>
            </a:r>
          </a:p>
          <a:p>
            <a:r>
              <a:rPr lang="ru-RU" b="1" dirty="0"/>
              <a:t>Система атаки:</a:t>
            </a:r>
            <a:r>
              <a:rPr lang="ru-RU" dirty="0"/>
              <a:t> Кот атакует в направлении взгляда, убивает врагов в радиусе 60 пикселей.</a:t>
            </a:r>
          </a:p>
          <a:p>
            <a:r>
              <a:rPr lang="ru-RU" b="1" dirty="0"/>
              <a:t>Три уровня:</a:t>
            </a:r>
            <a:r>
              <a:rPr lang="ru-RU" dirty="0"/>
              <a:t> С увеличивающейся сложностью. На третьем уровне вместо пола — вода.</a:t>
            </a:r>
          </a:p>
        </p:txBody>
      </p:sp>
    </p:spTree>
    <p:extLst>
      <p:ext uri="{BB962C8B-B14F-4D97-AF65-F5344CB8AC3E}">
        <p14:creationId xmlns:p14="http://schemas.microsoft.com/office/powerpoint/2010/main" val="374085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71F97-1537-485B-BE02-024B9BAAE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049" y="254480"/>
            <a:ext cx="9601200" cy="1485900"/>
          </a:xfrm>
        </p:spPr>
        <p:txBody>
          <a:bodyPr/>
          <a:lstStyle/>
          <a:p>
            <a:r>
              <a:rPr lang="ru-RU" dirty="0"/>
              <a:t>Использованные технологии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3B0EB222-A021-4CED-BE7B-F10FD01C0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8147"/>
              </p:ext>
            </p:extLst>
          </p:nvPr>
        </p:nvGraphicFramePr>
        <p:xfrm>
          <a:off x="3651849" y="1518960"/>
          <a:ext cx="5784392" cy="4731600"/>
        </p:xfrm>
        <a:graphic>
          <a:graphicData uri="http://schemas.openxmlformats.org/drawingml/2006/table">
            <a:tbl>
              <a:tblPr/>
              <a:tblGrid>
                <a:gridCol w="2892196">
                  <a:extLst>
                    <a:ext uri="{9D8B030D-6E8A-4147-A177-3AD203B41FA5}">
                      <a16:colId xmlns:a16="http://schemas.microsoft.com/office/drawing/2014/main" val="3523781332"/>
                    </a:ext>
                  </a:extLst>
                </a:gridCol>
                <a:gridCol w="2892196">
                  <a:extLst>
                    <a:ext uri="{9D8B030D-6E8A-4147-A177-3AD203B41FA5}">
                      <a16:colId xmlns:a16="http://schemas.microsoft.com/office/drawing/2014/main" val="1284340468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vl="0"/>
                      <a:r>
                        <a:rPr lang="en-US" sz="2000" b="1" dirty="0">
                          <a:effectLst/>
                          <a:latin typeface="quote-cjk-patch"/>
                        </a:rPr>
                        <a:t>Python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73843" marR="123072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2000" b="0" dirty="0">
                          <a:effectLst/>
                          <a:latin typeface="quote-cjk-patch"/>
                        </a:rPr>
                        <a:t>Основной язык программирования</a:t>
                      </a:r>
                    </a:p>
                  </a:txBody>
                  <a:tcPr marL="123072" marR="73843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5221939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vl="0"/>
                      <a:r>
                        <a:rPr lang="en-US" sz="2000" b="1">
                          <a:effectLst/>
                          <a:latin typeface="quote-cjk-patch"/>
                        </a:rPr>
                        <a:t>Arcade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73843" marR="123072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2000" b="0">
                          <a:effectLst/>
                          <a:latin typeface="quote-cjk-patch"/>
                        </a:rPr>
                        <a:t>Библиотека для создания 2D-игр (окна, отрисовка, ввод)</a:t>
                      </a:r>
                    </a:p>
                  </a:txBody>
                  <a:tcPr marL="123072" marR="73843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00874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vl="0"/>
                      <a:r>
                        <a:rPr lang="ru-RU" sz="2000" b="1" dirty="0">
                          <a:effectLst/>
                          <a:latin typeface="quote-cjk-patch"/>
                        </a:rPr>
                        <a:t>ООП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73843" marR="123072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2000" b="0" dirty="0">
                          <a:effectLst/>
                          <a:latin typeface="quote-cjk-patch"/>
                        </a:rPr>
                        <a:t>Все игровые объекты — классы с наследованием от </a:t>
                      </a:r>
                      <a:r>
                        <a:rPr lang="ru-RU" sz="2000" b="0" dirty="0" err="1">
                          <a:effectLst/>
                          <a:latin typeface="quote-cjk-patch"/>
                        </a:rPr>
                        <a:t>arcade.View</a:t>
                      </a:r>
                      <a:endParaRPr lang="ru-RU" sz="2000" b="0" dirty="0">
                        <a:effectLst/>
                        <a:latin typeface="quote-cjk-patch"/>
                      </a:endParaRPr>
                    </a:p>
                  </a:txBody>
                  <a:tcPr marL="123072" marR="73843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323666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vl="0"/>
                      <a:r>
                        <a:rPr lang="en-US" sz="2000" b="1">
                          <a:effectLst/>
                          <a:latin typeface="quote-cjk-patch"/>
                        </a:rPr>
                        <a:t>random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73843" marR="123072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2000" b="0" dirty="0">
                          <a:effectLst/>
                          <a:latin typeface="quote-cjk-patch"/>
                        </a:rPr>
                        <a:t>Генерация случайного поведения врагов</a:t>
                      </a:r>
                    </a:p>
                  </a:txBody>
                  <a:tcPr marL="123072" marR="73843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62053"/>
                  </a:ext>
                </a:extLst>
              </a:tr>
              <a:tr h="818430">
                <a:tc>
                  <a:txBody>
                    <a:bodyPr/>
                    <a:lstStyle/>
                    <a:p>
                      <a:pPr lvl="0"/>
                      <a:r>
                        <a:rPr lang="en-US" sz="2000" b="1">
                          <a:effectLst/>
                          <a:latin typeface="quote-cjk-patch"/>
                        </a:rPr>
                        <a:t>math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73843" marR="123072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2000" b="0" dirty="0">
                          <a:effectLst/>
                          <a:latin typeface="quote-cjk-patch"/>
                        </a:rPr>
                        <a:t>Анимация (синус для покачивания рыбок и взмахов крыльев)</a:t>
                      </a:r>
                    </a:p>
                  </a:txBody>
                  <a:tcPr marL="123072" marR="73843" marT="76920" marB="76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581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70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84CF4-A145-4768-9452-79DAC6D15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21" y="140456"/>
            <a:ext cx="9601200" cy="1485900"/>
          </a:xfrm>
        </p:spPr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F917DA3-0FA4-408F-A815-57944BAFE68C}"/>
              </a:ext>
            </a:extLst>
          </p:cNvPr>
          <p:cNvSpPr/>
          <p:nvPr/>
        </p:nvSpPr>
        <p:spPr>
          <a:xfrm>
            <a:off x="888521" y="845049"/>
            <a:ext cx="582282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F1115"/>
                </a:solidFill>
                <a:latin typeface="quote-cjk-patch"/>
              </a:rPr>
              <a:t>Выводы по работе</a:t>
            </a:r>
          </a:p>
          <a:p>
            <a:r>
              <a:rPr lang="ru-RU" sz="2000" dirty="0">
                <a:solidFill>
                  <a:srgbClr val="0F1115"/>
                </a:solidFill>
                <a:latin typeface="quote-cjk-patch"/>
              </a:rPr>
              <a:t>В ходе выполнения проекта были достигнуты следующие результаты:</a:t>
            </a:r>
          </a:p>
          <a:p>
            <a:pPr>
              <a:buFont typeface="+mj-lt"/>
              <a:buAutoNum type="arabicPeriod"/>
            </a:pPr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Создана полноценная 2D-игра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 с тремя уровнями сложности, системой счета и интуитивным управлением.</a:t>
            </a:r>
          </a:p>
          <a:p>
            <a:pPr>
              <a:buFont typeface="+mj-lt"/>
              <a:buAutoNum type="arabicPeriod"/>
            </a:pPr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Реализованы все ключевые механики: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Передвижение, прыжки и атака персонажа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Физика гравитации и столкновений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Система сбора бонусов (рыбки)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Боевая система с возможностью уничтожать врагов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Опасные зоны (вода), ведущие к поражению</a:t>
            </a:r>
          </a:p>
          <a:p>
            <a:pPr>
              <a:buFont typeface="+mj-lt"/>
              <a:buAutoNum type="arabicPeriod"/>
            </a:pPr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Применены современные технологии: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Объектно-ориентированное программирование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Библиотека </a:t>
            </a:r>
            <a:r>
              <a:rPr lang="ru-RU" sz="2000" dirty="0" err="1">
                <a:solidFill>
                  <a:srgbClr val="0F1115"/>
                </a:solidFill>
                <a:latin typeface="quote-cjk-patch"/>
              </a:rPr>
              <a:t>Arcade</a:t>
            </a:r>
            <a:r>
              <a:rPr lang="ru-RU" sz="2000" dirty="0">
                <a:solidFill>
                  <a:srgbClr val="0F1115"/>
                </a:solidFill>
                <a:latin typeface="quote-cjk-patch"/>
              </a:rPr>
              <a:t> для создания игр</a:t>
            </a:r>
          </a:p>
          <a:p>
            <a:pPr marL="742950" lvl="1" indent="-285750">
              <a:buFont typeface="+mj-lt"/>
              <a:buAutoNum type="arabicPeriod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Программная отрисовка всей графики примитивами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C8C407D-EC89-487D-B4C2-5A6078FF0C96}"/>
              </a:ext>
            </a:extLst>
          </p:cNvPr>
          <p:cNvSpPr/>
          <p:nvPr/>
        </p:nvSpPr>
        <p:spPr>
          <a:xfrm>
            <a:off x="6711350" y="920345"/>
            <a:ext cx="5480649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rgbClr val="0F1115"/>
                </a:solidFill>
                <a:latin typeface="quote-cjk-patch"/>
              </a:rPr>
              <a:t>Возможности для доработки и развития</a:t>
            </a:r>
          </a:p>
          <a:p>
            <a:r>
              <a:rPr lang="ru-RU" sz="2000" dirty="0">
                <a:solidFill>
                  <a:srgbClr val="0F1115"/>
                </a:solidFill>
                <a:latin typeface="quote-cjk-patch"/>
              </a:rPr>
              <a:t>Проект имеет большой потенциал для улучшения:</a:t>
            </a:r>
          </a:p>
          <a:p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1. Игровой контент: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Добавление новых уровней с уникальным дизайном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Создание бонусных уровней и секретных зон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Добавление боссов в конце уровней</a:t>
            </a:r>
          </a:p>
          <a:p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2. </a:t>
            </a:r>
            <a:r>
              <a:rPr lang="ru-RU" sz="2000" b="1" dirty="0" err="1">
                <a:solidFill>
                  <a:srgbClr val="0F1115"/>
                </a:solidFill>
                <a:latin typeface="quote-cjk-patch"/>
              </a:rPr>
              <a:t>Геймплейные</a:t>
            </a:r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 механики: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Система жизней и возможность их восстановления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Магазин улучшений за собранные рыбки (скорость, сила атаки)</a:t>
            </a:r>
          </a:p>
          <a:p>
            <a:r>
              <a:rPr lang="ru-RU" sz="2000" b="1" dirty="0">
                <a:solidFill>
                  <a:srgbClr val="0F1115"/>
                </a:solidFill>
                <a:latin typeface="quote-cjk-patch"/>
              </a:rPr>
              <a:t>3. Визуальные улучшения:</a:t>
            </a:r>
            <a:endParaRPr lang="ru-RU" sz="20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Более детализированная анимация персонажей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F1115"/>
                </a:solidFill>
                <a:latin typeface="quote-cjk-patch"/>
              </a:rPr>
              <a:t>Анимированные переходы между уровнями</a:t>
            </a:r>
            <a:endParaRPr lang="ru-RU" sz="20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631207671"/>
      </p:ext>
    </p:extLst>
  </p:cSld>
  <p:clrMapOvr>
    <a:masterClrMapping/>
  </p:clrMapOvr>
</p:sld>
</file>

<file path=ppt/theme/theme1.xml><?xml version="1.0" encoding="utf-8"?>
<a:theme xmlns:a="http://schemas.openxmlformats.org/drawingml/2006/main" name="Обрезка">
  <a:themeElements>
    <a:clrScheme name="Обрезк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Обрезк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Обрезк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27</TotalTime>
  <Words>249</Words>
  <Application>Microsoft Office PowerPoint</Application>
  <PresentationFormat>Широкоэкранный</PresentationFormat>
  <Paragraphs>78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Franklin Gothic Book</vt:lpstr>
      <vt:lpstr>quote-cjk-patch</vt:lpstr>
      <vt:lpstr>Обрезка</vt:lpstr>
      <vt:lpstr>Платформер “KITTYRUN”</vt:lpstr>
      <vt:lpstr>Введение</vt:lpstr>
      <vt:lpstr>Описание</vt:lpstr>
      <vt:lpstr>Использованные технологии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Платформер “KITTYRUN”</dc:title>
  <dc:creator>User</dc:creator>
  <cp:lastModifiedBy>User</cp:lastModifiedBy>
  <cp:revision>3</cp:revision>
  <dcterms:created xsi:type="dcterms:W3CDTF">2026-03-09T07:13:18Z</dcterms:created>
  <dcterms:modified xsi:type="dcterms:W3CDTF">2026-03-09T07:40:34Z</dcterms:modified>
</cp:coreProperties>
</file>